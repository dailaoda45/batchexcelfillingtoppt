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77" r:id="rId3"/>
  </p:sldIdLst>
  <p:sldSz cx="9144000" cy="9144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214" userDrawn="1">
          <p15:clr>
            <a:srgbClr val="747775"/>
          </p15:clr>
        </p15:guide>
        <p15:guide id="2" pos="2162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1745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2214"/>
        <p:guide pos="2162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288506" y="512763"/>
            <a:ext cx="2566987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9" Type="http://schemas.openxmlformats.org/officeDocument/2006/relationships/tags" Target="../tags/tag6.xml"/><Relationship Id="rId8" Type="http://schemas.openxmlformats.org/officeDocument/2006/relationships/tags" Target="../tags/tag5.xml"/><Relationship Id="rId7" Type="http://schemas.openxmlformats.org/officeDocument/2006/relationships/tags" Target="../tags/tag4.xml"/><Relationship Id="rId6" Type="http://schemas.openxmlformats.org/officeDocument/2006/relationships/tags" Target="../tags/tag3.xml"/><Relationship Id="rId5" Type="http://schemas.openxmlformats.org/officeDocument/2006/relationships/image" Target="../media/image2.jpeg"/><Relationship Id="rId4" Type="http://schemas.openxmlformats.org/officeDocument/2006/relationships/tags" Target="../tags/tag2.xml"/><Relationship Id="rId3" Type="http://schemas.openxmlformats.org/officeDocument/2006/relationships/image" Target="../media/image1.jpeg"/><Relationship Id="rId2" Type="http://schemas.openxmlformats.org/officeDocument/2006/relationships/tags" Target="../tags/tag1.xml"/><Relationship Id="rId18" Type="http://schemas.openxmlformats.org/officeDocument/2006/relationships/tags" Target="../tags/tag14.xml"/><Relationship Id="rId17" Type="http://schemas.openxmlformats.org/officeDocument/2006/relationships/tags" Target="../tags/tag13.xml"/><Relationship Id="rId16" Type="http://schemas.openxmlformats.org/officeDocument/2006/relationships/image" Target="../media/image3.png"/><Relationship Id="rId15" Type="http://schemas.openxmlformats.org/officeDocument/2006/relationships/tags" Target="../tags/tag12.xml"/><Relationship Id="rId14" Type="http://schemas.openxmlformats.org/officeDocument/2006/relationships/tags" Target="../tags/tag11.xml"/><Relationship Id="rId13" Type="http://schemas.openxmlformats.org/officeDocument/2006/relationships/tags" Target="../tags/tag10.xml"/><Relationship Id="rId12" Type="http://schemas.openxmlformats.org/officeDocument/2006/relationships/tags" Target="../tags/tag9.xml"/><Relationship Id="rId11" Type="http://schemas.openxmlformats.org/officeDocument/2006/relationships/tags" Target="../tags/tag8.xml"/><Relationship Id="rId10" Type="http://schemas.openxmlformats.org/officeDocument/2006/relationships/tags" Target="../tags/tag7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 descr="语文素材1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 cstate="email"/>
          <a:srcRect/>
          <a:stretch>
            <a:fillRect/>
          </a:stretch>
        </p:blipFill>
        <p:spPr>
          <a:xfrm>
            <a:off x="1143" y="0"/>
            <a:ext cx="9141714" cy="9144000"/>
          </a:xfrm>
          <a:custGeom>
            <a:avLst/>
            <a:gdLst>
              <a:gd name="connsiteX0" fmla="*/ 0 w 12188952"/>
              <a:gd name="connsiteY0" fmla="*/ 0 h 6858000"/>
              <a:gd name="connsiteX1" fmla="*/ 12188952 w 12188952"/>
              <a:gd name="connsiteY1" fmla="*/ 0 h 6858000"/>
              <a:gd name="connsiteX2" fmla="*/ 12188952 w 12188952"/>
              <a:gd name="connsiteY2" fmla="*/ 6858000 h 6858000"/>
              <a:gd name="connsiteX3" fmla="*/ 0 w 12188952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88952" h="6858000">
                <a:moveTo>
                  <a:pt x="0" y="0"/>
                </a:moveTo>
                <a:lnTo>
                  <a:pt x="12188952" y="0"/>
                </a:lnTo>
                <a:lnTo>
                  <a:pt x="12188952" y="6858000"/>
                </a:lnTo>
                <a:lnTo>
                  <a:pt x="0" y="6858000"/>
                </a:lnTo>
                <a:close/>
              </a:path>
            </a:pathLst>
          </a:custGeom>
        </p:spPr>
      </p:pic>
      <p:pic>
        <p:nvPicPr>
          <p:cNvPr id="15" name="图片 14" descr="语文素材1"/>
          <p:cNvPicPr>
            <a:picLocks noChangeAspect="1"/>
          </p:cNvPicPr>
          <p:nvPr userDrawn="1">
            <p:custDataLst>
              <p:tags r:id="rId4"/>
            </p:custDataLst>
          </p:nvPr>
        </p:nvPicPr>
        <p:blipFill>
          <a:blip r:embed="rId5" cstate="email"/>
          <a:srcRect/>
          <a:stretch>
            <a:fillRect/>
          </a:stretch>
        </p:blipFill>
        <p:spPr>
          <a:xfrm>
            <a:off x="1143" y="452120"/>
            <a:ext cx="9141714" cy="8691880"/>
          </a:xfrm>
          <a:custGeom>
            <a:avLst/>
            <a:gdLst>
              <a:gd name="connsiteX0" fmla="*/ 0 w 12188952"/>
              <a:gd name="connsiteY0" fmla="*/ 0 h 6518910"/>
              <a:gd name="connsiteX1" fmla="*/ 12188952 w 12188952"/>
              <a:gd name="connsiteY1" fmla="*/ 0 h 6518910"/>
              <a:gd name="connsiteX2" fmla="*/ 12188952 w 12188952"/>
              <a:gd name="connsiteY2" fmla="*/ 6518910 h 6518910"/>
              <a:gd name="connsiteX3" fmla="*/ 0 w 12188952"/>
              <a:gd name="connsiteY3" fmla="*/ 6518910 h 6518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88952" h="6518910">
                <a:moveTo>
                  <a:pt x="0" y="0"/>
                </a:moveTo>
                <a:lnTo>
                  <a:pt x="12188952" y="0"/>
                </a:lnTo>
                <a:lnTo>
                  <a:pt x="12188952" y="6518910"/>
                </a:lnTo>
                <a:lnTo>
                  <a:pt x="0" y="6518910"/>
                </a:lnTo>
                <a:close/>
              </a:path>
            </a:pathLst>
          </a:custGeom>
        </p:spPr>
      </p:pic>
      <p:sp>
        <p:nvSpPr>
          <p:cNvPr id="14" name="缺角矩形 13"/>
          <p:cNvSpPr/>
          <p:nvPr userDrawn="1">
            <p:custDataLst>
              <p:tags r:id="rId6"/>
            </p:custDataLst>
          </p:nvPr>
        </p:nvSpPr>
        <p:spPr>
          <a:xfrm>
            <a:off x="402908" y="689187"/>
            <a:ext cx="8339138" cy="8453967"/>
          </a:xfrm>
          <a:prstGeom prst="plaque">
            <a:avLst>
              <a:gd name="adj" fmla="val 3945"/>
            </a:avLst>
          </a:prstGeom>
          <a:gradFill>
            <a:gsLst>
              <a:gs pos="35000">
                <a:srgbClr val="FFFFFF">
                  <a:alpha val="84000"/>
                </a:srgbClr>
              </a:gs>
              <a:gs pos="100000">
                <a:schemeClr val="accent1">
                  <a:lumMod val="20000"/>
                  <a:lumOff val="80000"/>
                  <a:alpha val="0"/>
                </a:schemeClr>
              </a:gs>
            </a:gsLst>
            <a:lin ang="5400000" scaled="0"/>
          </a:gradFill>
          <a:ln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90000">
                  <a:schemeClr val="accent1">
                    <a:lumMod val="20000"/>
                    <a:lumOff val="80000"/>
                    <a:alpha val="0"/>
                  </a:schemeClr>
                </a:gs>
              </a:gsLst>
              <a:lin ang="54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 defTabSz="914400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endParaRPr lang="zh-CN" altLang="en-US" sz="1350" kern="1200">
              <a:latin typeface="汉仪古隶简" panose="00020600040101010101" charset="-122"/>
              <a:ea typeface="汉仪古隶简" panose="00020600040101010101" charset="-122"/>
              <a:sym typeface="汉仪古隶简" panose="0002060004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7"/>
            </p:custDataLst>
          </p:nvPr>
        </p:nvSpPr>
        <p:spPr>
          <a:xfrm>
            <a:off x="403860" y="1743075"/>
            <a:ext cx="8338185" cy="1438275"/>
          </a:xfrm>
          <a:ln>
            <a:noFill/>
          </a:ln>
        </p:spPr>
        <p:txBody>
          <a:bodyPr wrap="square" anchor="b">
            <a:normAutofit/>
          </a:bodyPr>
          <a:lstStyle>
            <a:lvl1pPr algn="ctr">
              <a:lnSpc>
                <a:spcPct val="100000"/>
              </a:lnSpc>
              <a:defRPr sz="7200" b="1">
                <a:gradFill>
                  <a:gsLst>
                    <a:gs pos="100000">
                      <a:schemeClr val="accent1">
                        <a:lumMod val="75000"/>
                      </a:schemeClr>
                    </a:gs>
                    <a:gs pos="0">
                      <a:schemeClr val="accent1"/>
                    </a:gs>
                  </a:gsLst>
                  <a:lin ang="0" scaled="1"/>
                </a:gradFill>
                <a:latin typeface="汉仪古隶简" panose="00020600040101010101" charset="-122"/>
                <a:ea typeface="汉仪古隶简" panose="00020600040101010101" charset="-122"/>
                <a:sym typeface="汉仪古隶简" panose="00020600040101010101" charset="-122"/>
              </a:defRPr>
            </a:lvl1pPr>
          </a:lstStyle>
          <a:p>
            <a:r>
              <a:rPr lang="zh-CN" altLang="en-US" dirty="0"/>
              <a:t>单击编辑母版标题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8"/>
            </p:custDataLst>
          </p:nvPr>
        </p:nvSpPr>
        <p:spPr>
          <a:xfrm>
            <a:off x="404495" y="3172460"/>
            <a:ext cx="8337550" cy="687705"/>
          </a:xfrm>
        </p:spPr>
        <p:txBody>
          <a:bodyPr wrap="square" anchor="t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2400" b="1">
                <a:solidFill>
                  <a:schemeClr val="accent1">
                    <a:lumMod val="50000"/>
                  </a:schemeClr>
                </a:solidFill>
                <a:latin typeface="汉仪古隶简" panose="00020600040101010101" charset="-122"/>
                <a:ea typeface="汉仪古隶简" panose="00020600040101010101" charset="-122"/>
                <a:sym typeface="汉仪古隶简" panose="00020600040101010101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2" name="缺角矩形 11"/>
          <p:cNvSpPr/>
          <p:nvPr userDrawn="1">
            <p:custDataLst>
              <p:tags r:id="rId9"/>
            </p:custDataLst>
          </p:nvPr>
        </p:nvSpPr>
        <p:spPr>
          <a:xfrm>
            <a:off x="545306" y="943187"/>
            <a:ext cx="8054340" cy="8200813"/>
          </a:xfrm>
          <a:prstGeom prst="plaque">
            <a:avLst>
              <a:gd name="adj" fmla="val 0"/>
            </a:avLst>
          </a:prstGeom>
          <a:noFill/>
          <a:ln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90000">
                  <a:schemeClr val="accent1">
                    <a:lumMod val="20000"/>
                    <a:lumOff val="80000"/>
                    <a:alpha val="0"/>
                  </a:schemeClr>
                </a:gs>
              </a:gsLst>
              <a:lin ang="54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 defTabSz="914400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endParaRPr lang="zh-CN" altLang="en-US" sz="1350" kern="1200">
              <a:latin typeface="汉仪古隶简" panose="00020600040101010101" charset="-122"/>
              <a:ea typeface="汉仪古隶简" panose="00020600040101010101" charset="-122"/>
              <a:sym typeface="汉仪古隶简" panose="00020600040101010101" charset="-122"/>
            </a:endParaRPr>
          </a:p>
        </p:txBody>
      </p:sp>
      <p:sp>
        <p:nvSpPr>
          <p:cNvPr id="13" name="任意多边形 12"/>
          <p:cNvSpPr/>
          <p:nvPr userDrawn="1">
            <p:custDataLst>
              <p:tags r:id="rId10"/>
            </p:custDataLst>
          </p:nvPr>
        </p:nvSpPr>
        <p:spPr>
          <a:xfrm>
            <a:off x="479108" y="825500"/>
            <a:ext cx="8186738" cy="197749"/>
          </a:xfrm>
          <a:custGeom>
            <a:avLst/>
            <a:gdLst>
              <a:gd name="adj" fmla="val 0"/>
              <a:gd name="a" fmla="pin 0 adj 50000"/>
              <a:gd name="x1" fmla="*/ ss a 100000"/>
              <a:gd name="x2" fmla="+- r 0 x1"/>
              <a:gd name="y2" fmla="+- b 0 x1"/>
              <a:gd name="il" fmla="*/ x1 70711 100000"/>
              <a:gd name="ir" fmla="+- r 0 il"/>
              <a:gd name="ib" fmla="+- b 0 il"/>
            </a:gdLst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7190" h="234">
                <a:moveTo>
                  <a:pt x="16956" y="0"/>
                </a:moveTo>
                <a:lnTo>
                  <a:pt x="17190" y="0"/>
                </a:lnTo>
                <a:lnTo>
                  <a:pt x="17190" y="234"/>
                </a:lnTo>
                <a:lnTo>
                  <a:pt x="17184" y="231"/>
                </a:lnTo>
                <a:cubicBezTo>
                  <a:pt x="17082" y="188"/>
                  <a:pt x="17001" y="107"/>
                  <a:pt x="16958" y="5"/>
                </a:cubicBezTo>
                <a:lnTo>
                  <a:pt x="16956" y="0"/>
                </a:lnTo>
                <a:close/>
                <a:moveTo>
                  <a:pt x="0" y="0"/>
                </a:moveTo>
                <a:lnTo>
                  <a:pt x="234" y="0"/>
                </a:lnTo>
                <a:lnTo>
                  <a:pt x="232" y="5"/>
                </a:lnTo>
                <a:cubicBezTo>
                  <a:pt x="189" y="107"/>
                  <a:pt x="108" y="188"/>
                  <a:pt x="6" y="231"/>
                </a:cubicBezTo>
                <a:lnTo>
                  <a:pt x="0" y="23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 defTabSz="914400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endParaRPr lang="zh-CN" altLang="en-US" sz="1350" kern="1200">
              <a:latin typeface="汉仪古隶简" panose="00020600040101010101" charset="-122"/>
              <a:ea typeface="汉仪古隶简" panose="00020600040101010101" charset="-122"/>
              <a:sym typeface="汉仪古隶简" panose="00020600040101010101" charset="-122"/>
            </a:endParaRPr>
          </a:p>
        </p:txBody>
      </p:sp>
      <p:sp>
        <p:nvSpPr>
          <p:cNvPr id="7" name="任意多边形: 形状 2"/>
          <p:cNvSpPr/>
          <p:nvPr userDrawn="1">
            <p:custDataLst>
              <p:tags r:id="rId11"/>
            </p:custDataLst>
          </p:nvPr>
        </p:nvSpPr>
        <p:spPr>
          <a:xfrm>
            <a:off x="69698" y="3354756"/>
            <a:ext cx="1950388" cy="1509239"/>
          </a:xfrm>
          <a:custGeom>
            <a:avLst/>
            <a:gdLst>
              <a:gd name="connsiteX0" fmla="*/ 226049 w 1658514"/>
              <a:gd name="connsiteY0" fmla="*/ 4 h 721903"/>
              <a:gd name="connsiteX1" fmla="*/ 78983 w 1658514"/>
              <a:gd name="connsiteY1" fmla="*/ 114208 h 721903"/>
              <a:gd name="connsiteX2" fmla="*/ 502846 w 1658514"/>
              <a:gd name="connsiteY2" fmla="*/ 205172 h 721903"/>
              <a:gd name="connsiteX3" fmla="*/ 1296469 w 1658514"/>
              <a:gd name="connsiteY3" fmla="*/ 358048 h 721903"/>
              <a:gd name="connsiteX4" fmla="*/ 1120351 w 1658514"/>
              <a:gd name="connsiteY4" fmla="*/ 510925 h 721903"/>
              <a:gd name="connsiteX5" fmla="*/ 1010052 w 1658514"/>
              <a:gd name="connsiteY5" fmla="*/ 570932 h 721903"/>
              <a:gd name="connsiteX6" fmla="*/ 1236556 w 1658514"/>
              <a:gd name="connsiteY6" fmla="*/ 661896 h 721903"/>
              <a:gd name="connsiteX7" fmla="*/ 1658514 w 1658514"/>
              <a:gd name="connsiteY7" fmla="*/ 721904 h 721903"/>
              <a:gd name="connsiteX8" fmla="*/ 1426199 w 1658514"/>
              <a:gd name="connsiteY8" fmla="*/ 679327 h 721903"/>
              <a:gd name="connsiteX9" fmla="*/ 928708 w 1658514"/>
              <a:gd name="connsiteY9" fmla="*/ 648371 h 721903"/>
              <a:gd name="connsiteX10" fmla="*/ 998431 w 1658514"/>
              <a:gd name="connsiteY10" fmla="*/ 470253 h 721903"/>
              <a:gd name="connsiteX11" fmla="*/ 1161023 w 1658514"/>
              <a:gd name="connsiteY11" fmla="*/ 365764 h 721903"/>
              <a:gd name="connsiteX12" fmla="*/ 615145 w 1658514"/>
              <a:gd name="connsiteY12" fmla="*/ 247654 h 721903"/>
              <a:gd name="connsiteX13" fmla="*/ 11260 w 1658514"/>
              <a:gd name="connsiteY13" fmla="*/ 177931 h 721903"/>
              <a:gd name="connsiteX14" fmla="*/ 226049 w 1658514"/>
              <a:gd name="connsiteY14" fmla="*/ 4 h 72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658514" h="721903">
                <a:moveTo>
                  <a:pt x="226049" y="4"/>
                </a:moveTo>
                <a:cubicBezTo>
                  <a:pt x="235955" y="-282"/>
                  <a:pt x="63457" y="15530"/>
                  <a:pt x="78983" y="114208"/>
                </a:cubicBezTo>
                <a:cubicBezTo>
                  <a:pt x="94509" y="212888"/>
                  <a:pt x="286057" y="207077"/>
                  <a:pt x="502846" y="205172"/>
                </a:cubicBezTo>
                <a:cubicBezTo>
                  <a:pt x="719635" y="203267"/>
                  <a:pt x="1232556" y="183836"/>
                  <a:pt x="1296469" y="358048"/>
                </a:cubicBezTo>
                <a:cubicBezTo>
                  <a:pt x="1342189" y="482731"/>
                  <a:pt x="1189979" y="512925"/>
                  <a:pt x="1120351" y="510925"/>
                </a:cubicBezTo>
                <a:cubicBezTo>
                  <a:pt x="1066059" y="509401"/>
                  <a:pt x="1010052" y="522545"/>
                  <a:pt x="1010052" y="570932"/>
                </a:cubicBezTo>
                <a:cubicBezTo>
                  <a:pt x="1010052" y="619319"/>
                  <a:pt x="1101016" y="654181"/>
                  <a:pt x="1236556" y="661896"/>
                </a:cubicBezTo>
                <a:cubicBezTo>
                  <a:pt x="1372002" y="669611"/>
                  <a:pt x="1588791" y="661896"/>
                  <a:pt x="1658514" y="721904"/>
                </a:cubicBezTo>
                <a:cubicBezTo>
                  <a:pt x="1658514" y="721904"/>
                  <a:pt x="1567550" y="683232"/>
                  <a:pt x="1426199" y="679327"/>
                </a:cubicBezTo>
                <a:cubicBezTo>
                  <a:pt x="1292659" y="675707"/>
                  <a:pt x="1017767" y="704473"/>
                  <a:pt x="928708" y="648371"/>
                </a:cubicBezTo>
                <a:cubicBezTo>
                  <a:pt x="839650" y="592268"/>
                  <a:pt x="888037" y="470253"/>
                  <a:pt x="998431" y="470253"/>
                </a:cubicBezTo>
                <a:cubicBezTo>
                  <a:pt x="1108826" y="470253"/>
                  <a:pt x="1185502" y="437868"/>
                  <a:pt x="1161023" y="365764"/>
                </a:cubicBezTo>
                <a:cubicBezTo>
                  <a:pt x="1122352" y="251559"/>
                  <a:pt x="826124" y="241844"/>
                  <a:pt x="615145" y="247654"/>
                </a:cubicBezTo>
                <a:cubicBezTo>
                  <a:pt x="404167" y="253464"/>
                  <a:pt x="65458" y="303756"/>
                  <a:pt x="11260" y="177931"/>
                </a:cubicBezTo>
                <a:cubicBezTo>
                  <a:pt x="-42937" y="52106"/>
                  <a:pt x="109939" y="3909"/>
                  <a:pt x="226049" y="4"/>
                </a:cubicBezTo>
                <a:close/>
              </a:path>
            </a:pathLst>
          </a:custGeom>
          <a:gradFill>
            <a:gsLst>
              <a:gs pos="20000">
                <a:schemeClr val="accent1">
                  <a:lumMod val="20000"/>
                  <a:lumOff val="8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 scaled="1"/>
          </a:gradFill>
          <a:ln w="2858" cap="rnd">
            <a:noFill/>
            <a:prstDash val="solid"/>
            <a:round/>
          </a:ln>
        </p:spPr>
        <p:txBody>
          <a:bodyPr rtlCol="0" anchor="ctr"/>
          <a:lstStyle/>
          <a:p>
            <a:pPr defTabSz="914400">
              <a:spcBef>
                <a:spcPct val="0"/>
              </a:spcBef>
              <a:spcAft>
                <a:spcPct val="0"/>
              </a:spcAft>
            </a:pPr>
            <a:endParaRPr lang="zh-CN" altLang="en-US" sz="1350" kern="1200" dirty="0">
              <a:solidFill>
                <a:schemeClr val="tx1"/>
              </a:solidFill>
              <a:latin typeface="汉仪古隶简" panose="00020600040101010101" charset="-122"/>
              <a:ea typeface="汉仪古隶简" panose="00020600040101010101" charset="-122"/>
              <a:cs typeface="+mn-cs"/>
              <a:sym typeface="汉仪古隶简" panose="00020600040101010101" charset="-122"/>
            </a:endParaRPr>
          </a:p>
        </p:txBody>
      </p:sp>
      <p:sp>
        <p:nvSpPr>
          <p:cNvPr id="22" name="日期占位符 21"/>
          <p:cNvSpPr>
            <a:spLocks noGrp="1"/>
          </p:cNvSpPr>
          <p:nvPr>
            <p:ph type="dt" sz="half" idx="10"/>
            <p:custDataLst>
              <p:tags r:id="rId12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汉仪古隶简" panose="00020600040101010101" charset="-122"/>
                <a:ea typeface="汉仪古隶简" panose="00020600040101010101" charset="-122"/>
                <a:sym typeface="汉仪古隶简" panose="00020600040101010101" charset="-122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23" name="页脚占位符 22"/>
          <p:cNvSpPr>
            <a:spLocks noGrp="1"/>
          </p:cNvSpPr>
          <p:nvPr>
            <p:ph type="ftr" sz="quarter" idx="11"/>
            <p:custDataLst>
              <p:tags r:id="rId13"/>
            </p:custDataLst>
          </p:nvPr>
        </p:nvSpPr>
        <p:spPr/>
        <p:txBody>
          <a:bodyPr>
            <a:normAutofit/>
          </a:bodyPr>
          <a:lstStyle>
            <a:lvl1pPr>
              <a:defRPr>
                <a:latin typeface="汉仪古隶简" panose="00020600040101010101" charset="-122"/>
                <a:ea typeface="汉仪古隶简" panose="00020600040101010101" charset="-122"/>
                <a:sym typeface="汉仪古隶简" panose="00020600040101010101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24" name="灯片编号占位符 23"/>
          <p:cNvSpPr>
            <a:spLocks noGrp="1"/>
          </p:cNvSpPr>
          <p:nvPr>
            <p:ph type="sldNum" sz="quarter" idx="12"/>
            <p:custDataLst>
              <p:tags r:id="rId14"/>
            </p:custDataLst>
          </p:nvPr>
        </p:nvSpPr>
        <p:spPr>
          <a:xfrm>
            <a:off x="6457950" y="8475133"/>
            <a:ext cx="2057400" cy="486833"/>
          </a:xfrm>
        </p:spPr>
        <p:txBody>
          <a:bodyPr wrap="square">
            <a:normAutofit/>
          </a:bodyPr>
          <a:lstStyle>
            <a:lvl1pPr>
              <a:defRPr>
                <a:latin typeface="汉仪古隶简" panose="00020600040101010101" charset="-122"/>
                <a:ea typeface="汉仪古隶简" panose="00020600040101010101" charset="-122"/>
                <a:sym typeface="汉仪古隶简" panose="00020600040101010101" charset="-122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pic>
        <p:nvPicPr>
          <p:cNvPr id="25" name="图片 24" descr="生成海报"/>
          <p:cNvPicPr>
            <a:picLocks noChangeAspect="1"/>
          </p:cNvPicPr>
          <p:nvPr userDrawn="1">
            <p:custDataLst>
              <p:tags r:id="rId15"/>
            </p:custDataLst>
          </p:nvPr>
        </p:nvPicPr>
        <p:blipFill>
          <a:blip r:embed="rId16" cstate="email">
            <a:lum bright="6000"/>
          </a:blip>
          <a:srcRect/>
          <a:stretch>
            <a:fillRect/>
          </a:stretch>
        </p:blipFill>
        <p:spPr>
          <a:xfrm>
            <a:off x="0" y="5899573"/>
            <a:ext cx="9141714" cy="3244427"/>
          </a:xfrm>
          <a:custGeom>
            <a:avLst/>
            <a:gdLst>
              <a:gd name="connsiteX0" fmla="*/ 0 w 12188952"/>
              <a:gd name="connsiteY0" fmla="*/ 0 h 2433320"/>
              <a:gd name="connsiteX1" fmla="*/ 12188952 w 12188952"/>
              <a:gd name="connsiteY1" fmla="*/ 0 h 2433320"/>
              <a:gd name="connsiteX2" fmla="*/ 12188952 w 12188952"/>
              <a:gd name="connsiteY2" fmla="*/ 2433320 h 2433320"/>
              <a:gd name="connsiteX3" fmla="*/ 0 w 12188952"/>
              <a:gd name="connsiteY3" fmla="*/ 2433320 h 2433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88952" h="2433320">
                <a:moveTo>
                  <a:pt x="0" y="0"/>
                </a:moveTo>
                <a:lnTo>
                  <a:pt x="12188952" y="0"/>
                </a:lnTo>
                <a:lnTo>
                  <a:pt x="12188952" y="2433320"/>
                </a:lnTo>
                <a:lnTo>
                  <a:pt x="0" y="2433320"/>
                </a:lnTo>
                <a:close/>
              </a:path>
            </a:pathLst>
          </a:custGeom>
        </p:spPr>
      </p:pic>
      <p:sp>
        <p:nvSpPr>
          <p:cNvPr id="26" name="任意多边形: 形状 13"/>
          <p:cNvSpPr/>
          <p:nvPr userDrawn="1">
            <p:custDataLst>
              <p:tags r:id="rId17"/>
            </p:custDataLst>
          </p:nvPr>
        </p:nvSpPr>
        <p:spPr>
          <a:xfrm flipH="1">
            <a:off x="7117871" y="4359996"/>
            <a:ext cx="1950388" cy="1509239"/>
          </a:xfrm>
          <a:custGeom>
            <a:avLst/>
            <a:gdLst>
              <a:gd name="connsiteX0" fmla="*/ 226049 w 1658514"/>
              <a:gd name="connsiteY0" fmla="*/ 4 h 721903"/>
              <a:gd name="connsiteX1" fmla="*/ 78983 w 1658514"/>
              <a:gd name="connsiteY1" fmla="*/ 114208 h 721903"/>
              <a:gd name="connsiteX2" fmla="*/ 502846 w 1658514"/>
              <a:gd name="connsiteY2" fmla="*/ 205172 h 721903"/>
              <a:gd name="connsiteX3" fmla="*/ 1296469 w 1658514"/>
              <a:gd name="connsiteY3" fmla="*/ 358048 h 721903"/>
              <a:gd name="connsiteX4" fmla="*/ 1120351 w 1658514"/>
              <a:gd name="connsiteY4" fmla="*/ 510925 h 721903"/>
              <a:gd name="connsiteX5" fmla="*/ 1010052 w 1658514"/>
              <a:gd name="connsiteY5" fmla="*/ 570932 h 721903"/>
              <a:gd name="connsiteX6" fmla="*/ 1236556 w 1658514"/>
              <a:gd name="connsiteY6" fmla="*/ 661896 h 721903"/>
              <a:gd name="connsiteX7" fmla="*/ 1658514 w 1658514"/>
              <a:gd name="connsiteY7" fmla="*/ 721904 h 721903"/>
              <a:gd name="connsiteX8" fmla="*/ 1426199 w 1658514"/>
              <a:gd name="connsiteY8" fmla="*/ 679327 h 721903"/>
              <a:gd name="connsiteX9" fmla="*/ 928708 w 1658514"/>
              <a:gd name="connsiteY9" fmla="*/ 648371 h 721903"/>
              <a:gd name="connsiteX10" fmla="*/ 998431 w 1658514"/>
              <a:gd name="connsiteY10" fmla="*/ 470253 h 721903"/>
              <a:gd name="connsiteX11" fmla="*/ 1161023 w 1658514"/>
              <a:gd name="connsiteY11" fmla="*/ 365764 h 721903"/>
              <a:gd name="connsiteX12" fmla="*/ 615145 w 1658514"/>
              <a:gd name="connsiteY12" fmla="*/ 247654 h 721903"/>
              <a:gd name="connsiteX13" fmla="*/ 11260 w 1658514"/>
              <a:gd name="connsiteY13" fmla="*/ 177931 h 721903"/>
              <a:gd name="connsiteX14" fmla="*/ 226049 w 1658514"/>
              <a:gd name="connsiteY14" fmla="*/ 4 h 72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658514" h="721903">
                <a:moveTo>
                  <a:pt x="226049" y="4"/>
                </a:moveTo>
                <a:cubicBezTo>
                  <a:pt x="235955" y="-282"/>
                  <a:pt x="63457" y="15530"/>
                  <a:pt x="78983" y="114208"/>
                </a:cubicBezTo>
                <a:cubicBezTo>
                  <a:pt x="94509" y="212888"/>
                  <a:pt x="286057" y="207077"/>
                  <a:pt x="502846" y="205172"/>
                </a:cubicBezTo>
                <a:cubicBezTo>
                  <a:pt x="719635" y="203267"/>
                  <a:pt x="1232556" y="183836"/>
                  <a:pt x="1296469" y="358048"/>
                </a:cubicBezTo>
                <a:cubicBezTo>
                  <a:pt x="1342189" y="482731"/>
                  <a:pt x="1189979" y="512925"/>
                  <a:pt x="1120351" y="510925"/>
                </a:cubicBezTo>
                <a:cubicBezTo>
                  <a:pt x="1066059" y="509401"/>
                  <a:pt x="1010052" y="522545"/>
                  <a:pt x="1010052" y="570932"/>
                </a:cubicBezTo>
                <a:cubicBezTo>
                  <a:pt x="1010052" y="619319"/>
                  <a:pt x="1101016" y="654181"/>
                  <a:pt x="1236556" y="661896"/>
                </a:cubicBezTo>
                <a:cubicBezTo>
                  <a:pt x="1372002" y="669611"/>
                  <a:pt x="1588791" y="661896"/>
                  <a:pt x="1658514" y="721904"/>
                </a:cubicBezTo>
                <a:cubicBezTo>
                  <a:pt x="1658514" y="721904"/>
                  <a:pt x="1567550" y="683232"/>
                  <a:pt x="1426199" y="679327"/>
                </a:cubicBezTo>
                <a:cubicBezTo>
                  <a:pt x="1292659" y="675707"/>
                  <a:pt x="1017767" y="704473"/>
                  <a:pt x="928708" y="648371"/>
                </a:cubicBezTo>
                <a:cubicBezTo>
                  <a:pt x="839650" y="592268"/>
                  <a:pt x="888037" y="470253"/>
                  <a:pt x="998431" y="470253"/>
                </a:cubicBezTo>
                <a:cubicBezTo>
                  <a:pt x="1108826" y="470253"/>
                  <a:pt x="1185502" y="437868"/>
                  <a:pt x="1161023" y="365764"/>
                </a:cubicBezTo>
                <a:cubicBezTo>
                  <a:pt x="1122352" y="251559"/>
                  <a:pt x="826124" y="241844"/>
                  <a:pt x="615145" y="247654"/>
                </a:cubicBezTo>
                <a:cubicBezTo>
                  <a:pt x="404167" y="253464"/>
                  <a:pt x="65458" y="303756"/>
                  <a:pt x="11260" y="177931"/>
                </a:cubicBezTo>
                <a:cubicBezTo>
                  <a:pt x="-42937" y="52106"/>
                  <a:pt x="109939" y="3909"/>
                  <a:pt x="226049" y="4"/>
                </a:cubicBezTo>
                <a:close/>
              </a:path>
            </a:pathLst>
          </a:custGeom>
          <a:gradFill>
            <a:gsLst>
              <a:gs pos="20000">
                <a:schemeClr val="accent1">
                  <a:lumMod val="20000"/>
                  <a:lumOff val="8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 scaled="1"/>
          </a:gradFill>
          <a:ln w="2858" cap="rnd">
            <a:noFill/>
            <a:prstDash val="solid"/>
            <a:round/>
          </a:ln>
        </p:spPr>
        <p:txBody>
          <a:bodyPr rtlCol="0" anchor="ctr">
            <a:noAutofit/>
          </a:bodyPr>
          <a:lstStyle/>
          <a:p>
            <a:pPr lvl="0" algn="l" defTabSz="914400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endParaRPr lang="zh-CN" altLang="en-US" sz="1350" kern="1200" dirty="0">
              <a:solidFill>
                <a:schemeClr val="tx1"/>
              </a:solidFill>
              <a:latin typeface="汉仪古隶简" panose="00020600040101010101" charset="-122"/>
              <a:ea typeface="汉仪古隶简" panose="00020600040101010101" charset="-122"/>
              <a:cs typeface="+mn-cs"/>
              <a:sym typeface="汉仪古隶简" panose="00020600040101010101" charset="-122"/>
            </a:endParaRPr>
          </a:p>
        </p:txBody>
      </p:sp>
      <p:sp>
        <p:nvSpPr>
          <p:cNvPr id="27" name="AutoShape 20"/>
          <p:cNvSpPr/>
          <p:nvPr userDrawn="1"/>
        </p:nvSpPr>
        <p:spPr>
          <a:xfrm>
            <a:off x="3810" y="6369050"/>
            <a:ext cx="9143365" cy="43561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p>
            <a:pPr indent="0" algn="ctr" defTabSz="9144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800" b="0" i="0" u="none" strike="noStrike" kern="0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发货方式：</a:t>
            </a:r>
            <a:r>
              <a:rPr lang="zh-CN" altLang="en-US" sz="1800" b="0" i="0" u="none" strike="noStrike" kern="0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佰</a:t>
            </a:r>
            <a:r>
              <a:rPr lang="en-US" sz="1800" b="0" i="0" u="none" strike="noStrike" kern="0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度网盘 / </a:t>
            </a:r>
            <a:r>
              <a:rPr lang="zh-CN" altLang="en-US" sz="1800" b="0" i="0" u="none" strike="noStrike" kern="0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侉</a:t>
            </a:r>
            <a:r>
              <a:rPr lang="en-US" sz="1800" b="0" i="0" u="none" strike="noStrike" kern="0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克网盘 秒发</a:t>
            </a:r>
            <a:endParaRPr lang="en-US" sz="1800" b="0" i="0" u="none" strike="noStrike" kern="0">
              <a:solidFill>
                <a:schemeClr val="tx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8" name="AutoShape 18"/>
          <p:cNvSpPr/>
          <p:nvPr userDrawn="1"/>
        </p:nvSpPr>
        <p:spPr>
          <a:xfrm>
            <a:off x="3175" y="5685790"/>
            <a:ext cx="9144000" cy="28575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p>
            <a:pPr indent="0" algn="ctr" defTabSz="9144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800" b="1" i="0" u="none" strike="noStrike" kern="0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【</a:t>
            </a:r>
            <a:r>
              <a:rPr lang="zh-CN" altLang="en-US" sz="2800" b="1" i="0" u="none" strike="noStrike" kern="0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老</a:t>
            </a:r>
            <a:r>
              <a:rPr lang="en-US" altLang="zh-CN" sz="2800" b="1" i="0" u="none" strike="noStrike" kern="0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</a:t>
            </a:r>
            <a:r>
              <a:rPr lang="zh-CN" altLang="en-US" sz="2800" b="1" i="0" u="none" strike="noStrike" kern="0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的小铺</a:t>
            </a:r>
            <a:r>
              <a:rPr lang="en-US" sz="2800" b="1" i="0" u="none" strike="noStrike" kern="0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】</a:t>
            </a:r>
            <a:endParaRPr lang="en-US" sz="2800" b="1" i="0" u="none" strike="noStrike" kern="0">
              <a:solidFill>
                <a:schemeClr val="tx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9" name="AutoShape 4"/>
          <p:cNvSpPr/>
          <p:nvPr userDrawn="1"/>
        </p:nvSpPr>
        <p:spPr>
          <a:xfrm>
            <a:off x="3810" y="7202170"/>
            <a:ext cx="9144000" cy="32131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p>
            <a:pPr indent="0" algn="ctr" defTabSz="9144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800" b="0" i="0" u="none" strike="noStrike" kern="0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可代找电子资源</a:t>
            </a:r>
            <a:endParaRPr lang="zh-CN" altLang="en-US" sz="1800" b="0" i="0" u="none" strike="noStrike" kern="0">
              <a:solidFill>
                <a:schemeClr val="tx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0" name="文本框 29"/>
          <p:cNvSpPr txBox="1"/>
          <p:nvPr userDrawn="1"/>
        </p:nvSpPr>
        <p:spPr>
          <a:xfrm>
            <a:off x="3175" y="3787775"/>
            <a:ext cx="914400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4000"/>
              <a:t>e</a:t>
            </a:r>
            <a:r>
              <a:rPr lang="en-US" altLang="zh-CN" sz="4000">
                <a:sym typeface="+mn-ea"/>
              </a:rPr>
              <a:t>p</a:t>
            </a:r>
            <a:r>
              <a:rPr lang="en-US" altLang="zh-CN" sz="4000"/>
              <a:t>ub</a:t>
            </a:r>
            <a:r>
              <a:rPr lang="zh-CN" altLang="en-US" sz="4000"/>
              <a:t>、</a:t>
            </a:r>
            <a:r>
              <a:rPr lang="en-US" altLang="zh-CN" sz="4000"/>
              <a:t>pdf</a:t>
            </a:r>
            <a:r>
              <a:rPr lang="zh-CN" altLang="en-US" sz="4000"/>
              <a:t>、</a:t>
            </a:r>
            <a:r>
              <a:rPr lang="en-US" altLang="zh-CN" sz="4000"/>
              <a:t>azw3</a:t>
            </a:r>
            <a:r>
              <a:rPr lang="zh-CN" altLang="en-US" sz="4000"/>
              <a:t>、</a:t>
            </a:r>
            <a:r>
              <a:rPr lang="en-US" altLang="zh-CN" sz="4000"/>
              <a:t>mobi</a:t>
            </a:r>
            <a:r>
              <a:rPr lang="zh-CN" altLang="en-US" sz="4000">
                <a:ea typeface="宋体" panose="02010600030101010101" pitchFamily="2" charset="-122"/>
              </a:rPr>
              <a:t>、</a:t>
            </a:r>
            <a:r>
              <a:rPr lang="en-US" altLang="zh-CN" sz="4000">
                <a:ea typeface="宋体" panose="02010600030101010101" pitchFamily="2" charset="-122"/>
              </a:rPr>
              <a:t>docx</a:t>
            </a:r>
            <a:r>
              <a:rPr lang="zh-CN" altLang="en-US" sz="4000">
                <a:ea typeface="宋体" panose="02010600030101010101" pitchFamily="2" charset="-122"/>
              </a:rPr>
              <a:t>、</a:t>
            </a:r>
            <a:r>
              <a:rPr lang="en-US" altLang="zh-CN" sz="4000">
                <a:ea typeface="宋体" panose="02010600030101010101" pitchFamily="2" charset="-122"/>
              </a:rPr>
              <a:t>txt</a:t>
            </a:r>
            <a:r>
              <a:rPr lang="en-US" altLang="zh-CN" sz="4000"/>
              <a:t> </a:t>
            </a:r>
            <a:endParaRPr lang="en-US" altLang="zh-CN" sz="4000"/>
          </a:p>
        </p:txBody>
      </p:sp>
      <p:sp>
        <p:nvSpPr>
          <p:cNvPr id="31" name="副标题"/>
          <p:cNvSpPr>
            <a:spLocks noGrp="1"/>
          </p:cNvSpPr>
          <p:nvPr userDrawn="1">
            <p:custDataLst>
              <p:tags r:id="rId18"/>
            </p:custDataLst>
          </p:nvPr>
        </p:nvSpPr>
        <p:spPr>
          <a:xfrm>
            <a:off x="3175" y="4765040"/>
            <a:ext cx="9144000" cy="386715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accent1">
                    <a:lumMod val="50000"/>
                  </a:schemeClr>
                </a:solidFill>
                <a:latin typeface="汉仪古隶简" panose="00020600040101010101" charset="-122"/>
                <a:ea typeface="汉仪古隶简" panose="00020600040101010101" charset="-122"/>
                <a:cs typeface="+mn-cs"/>
                <a:sym typeface="汉仪古隶简" panose="00020600040101010101" charset="-122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汉仪古隶简" panose="00020600040101010101" charset="-122"/>
                <a:ea typeface="汉仪古隶简" panose="00020600040101010101" charset="-122"/>
                <a:cs typeface="+mn-cs"/>
                <a:sym typeface="汉仪古隶简" panose="00020600040101010101" charset="-122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汉仪古隶简" panose="00020600040101010101" charset="-122"/>
                <a:ea typeface="汉仪古隶简" panose="00020600040101010101" charset="-122"/>
                <a:cs typeface="+mn-cs"/>
                <a:sym typeface="汉仪古隶简" panose="00020600040101010101" charset="-122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汉仪古隶简" panose="00020600040101010101" charset="-122"/>
                <a:ea typeface="汉仪古隶简" panose="00020600040101010101" charset="-122"/>
                <a:cs typeface="+mn-cs"/>
                <a:sym typeface="汉仪古隶简" panose="00020600040101010101" charset="-122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汉仪古隶简" panose="00020600040101010101" charset="-122"/>
                <a:ea typeface="汉仪古隶简" panose="00020600040101010101" charset="-122"/>
                <a:cs typeface="+mn-cs"/>
                <a:sym typeface="汉仪古隶简" panose="00020600040101010101" charset="-122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sz="3600" b="1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高清电子书</a:t>
            </a:r>
            <a:r>
              <a:rPr lang="en-US" altLang="zh-CN" sz="3600" b="1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-</a:t>
            </a:r>
            <a:r>
              <a:rPr lang="zh-CN" altLang="en-US" sz="3600" b="1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精排</a:t>
            </a:r>
            <a:r>
              <a:rPr lang="zh-CN" sz="3600" b="1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非扫描版</a:t>
            </a:r>
            <a:endParaRPr lang="zh-CN" sz="3600" b="1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tags" Target="../tags/tag21.xml"/><Relationship Id="rId8" Type="http://schemas.openxmlformats.org/officeDocument/2006/relationships/tags" Target="../tags/tag20.xml"/><Relationship Id="rId7" Type="http://schemas.openxmlformats.org/officeDocument/2006/relationships/tags" Target="../tags/tag19.xml"/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Relationship Id="rId3" Type="http://schemas.openxmlformats.org/officeDocument/2006/relationships/image" Target="../media/image4.jpeg"/><Relationship Id="rId2" Type="http://schemas.openxmlformats.org/officeDocument/2006/relationships/tags" Target="../tags/tag15.xml"/><Relationship Id="rId12" Type="http://schemas.openxmlformats.org/officeDocument/2006/relationships/theme" Target="../theme/theme1.xml"/><Relationship Id="rId11" Type="http://schemas.openxmlformats.org/officeDocument/2006/relationships/tags" Target="../tags/tag23.xml"/><Relationship Id="rId10" Type="http://schemas.openxmlformats.org/officeDocument/2006/relationships/tags" Target="../tags/tag2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 descr="语文素材2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 cstate="email">
            <a:alphaModFix amt="20000"/>
          </a:blip>
          <a:srcRect/>
          <a:stretch>
            <a:fillRect/>
          </a:stretch>
        </p:blipFill>
        <p:spPr>
          <a:xfrm>
            <a:off x="1143" y="0"/>
            <a:ext cx="9141714" cy="9144000"/>
          </a:xfrm>
          <a:custGeom>
            <a:avLst/>
            <a:gdLst>
              <a:gd name="connsiteX0" fmla="*/ 0 w 12188952"/>
              <a:gd name="connsiteY0" fmla="*/ 0 h 6858000"/>
              <a:gd name="connsiteX1" fmla="*/ 12188952 w 12188952"/>
              <a:gd name="connsiteY1" fmla="*/ 0 h 6858000"/>
              <a:gd name="connsiteX2" fmla="*/ 12188952 w 12188952"/>
              <a:gd name="connsiteY2" fmla="*/ 6858000 h 6858000"/>
              <a:gd name="connsiteX3" fmla="*/ 0 w 12188952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88952" h="6858000">
                <a:moveTo>
                  <a:pt x="0" y="0"/>
                </a:moveTo>
                <a:lnTo>
                  <a:pt x="12188952" y="0"/>
                </a:lnTo>
                <a:lnTo>
                  <a:pt x="12188952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1" name="缺角矩形 10"/>
          <p:cNvSpPr/>
          <p:nvPr userDrawn="1">
            <p:custDataLst>
              <p:tags r:id="rId4"/>
            </p:custDataLst>
          </p:nvPr>
        </p:nvSpPr>
        <p:spPr>
          <a:xfrm>
            <a:off x="186214" y="288713"/>
            <a:ext cx="8771573" cy="8855287"/>
          </a:xfrm>
          <a:prstGeom prst="plaque">
            <a:avLst>
              <a:gd name="adj" fmla="val 3945"/>
            </a:avLst>
          </a:prstGeom>
          <a:gradFill>
            <a:gsLst>
              <a:gs pos="35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5400000" scaled="0"/>
          </a:gradFill>
          <a:ln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90000">
                  <a:schemeClr val="accent1">
                    <a:lumMod val="20000"/>
                    <a:lumOff val="80000"/>
                    <a:alpha val="0"/>
                  </a:schemeClr>
                </a:gs>
              </a:gsLst>
              <a:lin ang="54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 defTabSz="914400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endParaRPr lang="zh-CN" altLang="en-US" sz="1350" kern="1200">
              <a:latin typeface="汉仪古隶简" panose="00020600040101010101" charset="-122"/>
              <a:ea typeface="汉仪古隶简" panose="00020600040101010101" charset="-122"/>
              <a:sym typeface="汉仪古隶简" panose="00020600040101010101" charset="-122"/>
            </a:endParaRPr>
          </a:p>
        </p:txBody>
      </p:sp>
      <p:sp>
        <p:nvSpPr>
          <p:cNvPr id="15" name="任意多边形 14"/>
          <p:cNvSpPr/>
          <p:nvPr userDrawn="1">
            <p:custDataLst>
              <p:tags r:id="rId5"/>
            </p:custDataLst>
          </p:nvPr>
        </p:nvSpPr>
        <p:spPr>
          <a:xfrm>
            <a:off x="266224" y="427567"/>
            <a:ext cx="8611076" cy="202353"/>
          </a:xfrm>
          <a:custGeom>
            <a:avLst/>
            <a:gdLst>
              <a:gd name="adj" fmla="val 0"/>
              <a:gd name="a" fmla="pin 0 adj 50000"/>
              <a:gd name="x1" fmla="*/ ss a 100000"/>
              <a:gd name="x2" fmla="+- r 0 x1"/>
              <a:gd name="y2" fmla="+- b 0 x1"/>
              <a:gd name="il" fmla="*/ x1 70711 100000"/>
              <a:gd name="ir" fmla="+- r 0 il"/>
              <a:gd name="ib" fmla="+- b 0 il"/>
            </a:gdLst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7190" h="234">
                <a:moveTo>
                  <a:pt x="16956" y="0"/>
                </a:moveTo>
                <a:lnTo>
                  <a:pt x="17190" y="0"/>
                </a:lnTo>
                <a:lnTo>
                  <a:pt x="17190" y="234"/>
                </a:lnTo>
                <a:lnTo>
                  <a:pt x="17184" y="231"/>
                </a:lnTo>
                <a:cubicBezTo>
                  <a:pt x="17082" y="188"/>
                  <a:pt x="17001" y="107"/>
                  <a:pt x="16958" y="5"/>
                </a:cubicBezTo>
                <a:lnTo>
                  <a:pt x="16956" y="0"/>
                </a:lnTo>
                <a:close/>
                <a:moveTo>
                  <a:pt x="0" y="0"/>
                </a:moveTo>
                <a:lnTo>
                  <a:pt x="234" y="0"/>
                </a:lnTo>
                <a:lnTo>
                  <a:pt x="232" y="5"/>
                </a:lnTo>
                <a:cubicBezTo>
                  <a:pt x="189" y="107"/>
                  <a:pt x="108" y="188"/>
                  <a:pt x="6" y="231"/>
                </a:cubicBezTo>
                <a:lnTo>
                  <a:pt x="0" y="23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 defTabSz="914400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endParaRPr lang="zh-CN" altLang="en-US" sz="1350" kern="1200">
              <a:latin typeface="汉仪古隶简" panose="00020600040101010101" charset="-122"/>
              <a:ea typeface="汉仪古隶简" panose="00020600040101010101" charset="-122"/>
              <a:sym typeface="汉仪古隶简" panose="00020600040101010101" charset="-122"/>
            </a:endParaRPr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21970" y="480000"/>
            <a:ext cx="8100000" cy="960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7"/>
            </p:custDataLst>
          </p:nvPr>
        </p:nvSpPr>
        <p:spPr>
          <a:xfrm>
            <a:off x="521970" y="1735665"/>
            <a:ext cx="8100000" cy="6498167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8"/>
            </p:custDataLst>
          </p:nvPr>
        </p:nvSpPr>
        <p:spPr>
          <a:xfrm>
            <a:off x="521970" y="8475133"/>
            <a:ext cx="2057400" cy="486833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汉仪古隶简" panose="00020600040101010101" charset="-122"/>
                <a:ea typeface="汉仪古隶简" panose="00020600040101010101" charset="-122"/>
                <a:sym typeface="汉仪古隶简" panose="00020600040101010101" charset="-122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9"/>
            </p:custDataLst>
          </p:nvPr>
        </p:nvSpPr>
        <p:spPr>
          <a:xfrm>
            <a:off x="3028950" y="8475133"/>
            <a:ext cx="3086100" cy="4868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汉仪古隶简" panose="00020600040101010101" charset="-122"/>
                <a:ea typeface="汉仪古隶简" panose="00020600040101010101" charset="-122"/>
                <a:sym typeface="汉仪古隶简" panose="00020600040101010101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0"/>
            </p:custDataLst>
          </p:nvPr>
        </p:nvSpPr>
        <p:spPr>
          <a:xfrm>
            <a:off x="6565487" y="8475133"/>
            <a:ext cx="2057400" cy="486833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汉仪古隶简" panose="00020600040101010101" charset="-122"/>
                <a:ea typeface="汉仪古隶简" panose="00020600040101010101" charset="-122"/>
                <a:sym typeface="汉仪古隶简" panose="00020600040101010101" charset="-122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8" name="KSO_TEMPLATE" hidden="1"/>
          <p:cNvSpPr/>
          <p:nvPr userDrawn="1">
            <p:custDataLst>
              <p:tags r:id="rId11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  <a:solidFill>
            <a:schemeClr val="accent1"/>
          </a:solidFill>
          <a:ln w="19050">
            <a:solidFill>
              <a:schemeClr val="accent1">
                <a:alpha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compatLnSpc="1">
            <a:noAutofit/>
          </a:bodyPr>
          <a:p>
            <a:pPr lvl="0" algn="ctr" defTabSz="914400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endParaRPr lang="zh-CN" altLang="en-US" sz="1350" kern="1200">
              <a:latin typeface="汉仪古隶简" panose="00020600040101010101" charset="-122"/>
              <a:ea typeface="汉仪古隶简" panose="00020600040101010101" charset="-122"/>
              <a:sym typeface="汉仪古隶简" panose="00020600040101010101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1" kern="1200">
          <a:gradFill>
            <a:gsLst>
              <a:gs pos="100000">
                <a:schemeClr val="accent1">
                  <a:lumMod val="75000"/>
                </a:schemeClr>
              </a:gs>
              <a:gs pos="0">
                <a:schemeClr val="accent1"/>
              </a:gs>
            </a:gsLst>
            <a:lin ang="0" scaled="1"/>
          </a:gradFill>
          <a:latin typeface="汉仪古隶简" panose="00020600040101010101" charset="-122"/>
          <a:ea typeface="汉仪古隶简" panose="00020600040101010101" charset="-122"/>
          <a:cs typeface="+mj-cs"/>
          <a:sym typeface="汉仪古隶简" panose="00020600040101010101" charset="-122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汉仪古隶简" panose="00020600040101010101" charset="-122"/>
          <a:ea typeface="汉仪古隶简" panose="00020600040101010101" charset="-122"/>
          <a:cs typeface="+mn-cs"/>
          <a:sym typeface="汉仪古隶简" panose="00020600040101010101" charset="-122"/>
        </a:defRPr>
      </a:lvl1pPr>
      <a:lvl2pPr marL="538480" indent="-20637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汉仪古隶简" panose="00020600040101010101" charset="-122"/>
          <a:ea typeface="汉仪古隶简" panose="00020600040101010101" charset="-122"/>
          <a:cs typeface="+mn-cs"/>
          <a:sym typeface="汉仪古隶简" panose="00020600040101010101" charset="-122"/>
        </a:defRPr>
      </a:lvl2pPr>
      <a:lvl3pPr marL="798830" indent="-1619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汉仪古隶简" panose="00020600040101010101" charset="-122"/>
          <a:ea typeface="汉仪古隶简" panose="00020600040101010101" charset="-122"/>
          <a:cs typeface="+mn-cs"/>
          <a:sym typeface="汉仪古隶简" panose="00020600040101010101" charset="-122"/>
        </a:defRPr>
      </a:lvl3pPr>
      <a:lvl4pPr marL="1030605" indent="-1492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汉仪古隶简" panose="00020600040101010101" charset="-122"/>
          <a:ea typeface="汉仪古隶简" panose="00020600040101010101" charset="-122"/>
          <a:cs typeface="+mn-cs"/>
          <a:sym typeface="汉仪古隶简" panose="00020600040101010101" charset="-122"/>
        </a:defRPr>
      </a:lvl4pPr>
      <a:lvl5pPr marL="1235075" indent="-12700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汉仪古隶简" panose="00020600040101010101" charset="-122"/>
          <a:ea typeface="汉仪古隶简" panose="00020600040101010101" charset="-122"/>
          <a:cs typeface="+mn-cs"/>
          <a:sym typeface="汉仪古隶简" panose="00020600040101010101" charset="-122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1"/>
            </p:custDataLst>
          </p:nvPr>
        </p:nvSpPr>
        <p:spPr/>
        <p:txBody>
          <a:bodyPr/>
          <a:p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【文档关键字[副标题]】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8005" y="840740"/>
            <a:ext cx="8044180" cy="2302510"/>
          </a:xfrm>
          <a:prstGeom prst="rect">
            <a:avLst/>
          </a:prstGeom>
          <a:noFill/>
        </p:spPr>
        <p:txBody>
          <a:bodyPr wrap="square" rtlCol="0" anchor="b" anchorCtr="1">
            <a:normAutofit fontScale="90000"/>
          </a:bodyPr>
          <a:p>
            <a:pPr algn="l"/>
            <a:r>
              <a:rPr lang="zh-CN" altLang="en-US" sz="7100" b="1">
                <a:ln>
                  <a:solidFill>
                    <a:schemeClr val="accent1"/>
                  </a:solidFill>
                </a:ln>
                <a:solidFill>
                  <a:srgbClr val="B174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【文</a:t>
            </a:r>
            <a:r>
              <a:rPr lang="zh-CN" altLang="en-US" sz="7100" b="1">
                <a:ln>
                  <a:solidFill>
                    <a:schemeClr val="accent1"/>
                  </a:solidFill>
                </a:ln>
                <a:solidFill>
                  <a:srgbClr val="B174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档关键字[标题]</a:t>
            </a:r>
            <a:r>
              <a:rPr lang="zh-CN" altLang="en-US" sz="7100" b="1">
                <a:ln>
                  <a:solidFill>
                    <a:schemeClr val="accent1"/>
                  </a:solidFill>
                </a:ln>
                <a:solidFill>
                  <a:srgbClr val="B174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】</a:t>
            </a:r>
            <a:endParaRPr lang="en-US" altLang="zh-CN" sz="7100" b="1">
              <a:ln>
                <a:solidFill>
                  <a:schemeClr val="accent1"/>
                </a:solidFill>
              </a:ln>
              <a:solidFill>
                <a:srgbClr val="B1745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1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1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1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编辑母版标题"/>
  <p:tag name="KSO_WM_UNIT_ID" val="_1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10"/>
</p:tagLst>
</file>

<file path=ppt/tags/tag5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单击此处编辑副标题"/>
  <p:tag name="KSO_WM_UNIT_ID" val="_1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33"/>
</p:tagLst>
</file>

<file path=ppt/tags/tag6.xml><?xml version="1.0" encoding="utf-8"?>
<p:tagLst xmlns:p="http://schemas.openxmlformats.org/presentationml/2006/main">
  <p:tag name="KSO_WM_UNIT_TYPE" val="i"/>
  <p:tag name="KSO_WM_UNIT_INDEX" val="7"/>
  <p:tag name="KSO_WM_BEAUTIFY_FLAG" val="#wm#"/>
  <p:tag name="KSO_WM_TAG_VERSION" val="3.0"/>
  <p:tag name="KSO_WM_UNIT_ID" val="_1*i*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  <p:tag name="KSO_WM_UNIT_ID" val="_1*i*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1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1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  <p:tag name="KSO_WM_UNIT_ID" val="_1*i*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ID" val="custom40498660_1*b*1"/>
  <p:tag name="KSO_WM_UNIT_ISNUMDGMTITLE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98660"/>
  <p:tag name="KSO_WM_TEMPLATE_CATEGORY" val="custom"/>
  <p:tag name="KSO_WM_UNIT_ISCONTENTSTITLE" val="0"/>
  <p:tag name="KSO_WM_UNIT_VALUE" val="33"/>
  <p:tag name="KSO_WM_UNIT_TEXT_TYPE" val="1"/>
  <p:tag name="KSO_WM_UNIT_NOCLEAR" val="0"/>
  <p:tag name="KSO_WM_UNIT_PRESET_TEXT" val="单击此处添加副标题"/>
</p:tagLst>
</file>

<file path=ppt/tags/tag15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0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0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0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1.0"/>
  <p:tag name="KSO_WM_UNIT_PRESET_TEXT" val="单击此处编辑母版标题样式"/>
  <p:tag name="KSO_WM_UNIT_ID" val="_0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TEMPLATE_CATEGORY" val="custom"/>
  <p:tag name="KSO_WM_TEMPLATE_INDEX" val="40498660"/>
</p:tagLst>
</file>

<file path=ppt/tags/tag19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1.0"/>
  <p:tag name="KSO_WM_UNIT_PRESET_TEXT" val="单击此处编辑母版文本样式&#10;第二级&#10;第三级&#10;第四级&#10;第五级"/>
  <p:tag name="KSO_WM_UNIT_ID" val="_0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TEXT_LAYER_COUNT" val="1"/>
  <p:tag name="KSO_WM_TEMPLATE_CATEGORY" val="custom"/>
  <p:tag name="KSO_WM_TEMPLATE_INDEX" val="40498660"/>
</p:tagLst>
</file>

<file path=ppt/tags/tag20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1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2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3.xml><?xml version="1.0" encoding="utf-8"?>
<p:tagLst xmlns:p="http://schemas.openxmlformats.org/presentationml/2006/main">
  <p:tag name="KSO_WM_TEMPLATE_SUBCATEGORY" val="29"/>
  <p:tag name="KSO_WM_TEMPLATE_COLOR_TYPE" val="0"/>
  <p:tag name="KSO_WM_TAG_VERSION" val="3.0"/>
  <p:tag name="KSO_WM_TEMPLATE_THUMBS_INDEX" val="1、9"/>
  <p:tag name="KSO_WM_BEAUTIFY_FLAG" val="#wm#"/>
  <p:tag name="KSO_WM_TEMPLATE_INDEX" val="40498660"/>
  <p:tag name="KSO_WM_TEMPLATE_CATEGORY" val="custom"/>
  <p:tag name="KSO_WM_TEMPLATE_MASTER_TYPE" val="0"/>
</p:tagLst>
</file>

<file path=ppt/tags/tag24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单击此处编辑副标题"/>
  <p:tag name="KSO_WM_UNIT_ID" val="_1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33"/>
</p:tagLst>
</file>

<file path=ppt/theme/theme1.xml><?xml version="1.0" encoding="utf-8"?>
<a:theme xmlns:a="http://schemas.openxmlformats.org/drawingml/2006/main" name="语文课堂通用模板">
  <a:themeElements>
    <a:clrScheme name="">
      <a:dk1>
        <a:srgbClr val="000000"/>
      </a:dk1>
      <a:lt1>
        <a:srgbClr val="FFFFFF"/>
      </a:lt1>
      <a:dk2>
        <a:srgbClr val="352011"/>
      </a:dk2>
      <a:lt2>
        <a:srgbClr val="FCF8F5"/>
      </a:lt2>
      <a:accent1>
        <a:srgbClr val="B27554"/>
      </a:accent1>
      <a:accent2>
        <a:srgbClr val="D4A07B"/>
      </a:accent2>
      <a:accent3>
        <a:srgbClr val="B66E5E"/>
      </a:accent3>
      <a:accent4>
        <a:srgbClr val="D4957B"/>
      </a:accent4>
      <a:accent5>
        <a:srgbClr val="B48B55"/>
      </a:accent5>
      <a:accent6>
        <a:srgbClr val="CCAE76"/>
      </a:accent6>
      <a:hlink>
        <a:srgbClr val="0026E5"/>
      </a:hlink>
      <a:folHlink>
        <a:srgbClr val="7E1FAD"/>
      </a:folHlink>
    </a:clrScheme>
    <a:fontScheme name="自定义 150">
      <a:majorFont>
        <a:latin typeface="汉仪古隶简"/>
        <a:ea typeface="汉仪古隶简"/>
        <a:cs typeface=""/>
      </a:majorFont>
      <a:minorFont>
        <a:latin typeface="汉仪古隶简"/>
        <a:ea typeface="汉仪古隶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19050">
          <a:solidFill>
            <a:schemeClr val="accent1">
              <a:alpha val="65000"/>
            </a:schemeClr>
          </a:solidFill>
        </a:ln>
      </a:spPr>
      <a:bodyPr vertOverflow="overflow" horzOverflow="overflow" vert="horz" wrap="square" numCol="1" spcCol="0" rtlCol="0" fromWordArt="0" anchor="ctr" anchorCtr="0" compatLnSpc="1">
        <a:noAutofit/>
      </a:bodyPr>
      <a:lstStyle>
        <a:defPPr lvl="0" algn="ctr">
          <a:buClrTx/>
          <a:buSzTx/>
          <a:buFontTx/>
          <a:defRPr lang="zh-CN" altLang="en-US">
            <a:sym typeface="+mn-ea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rgbClr val="FFFFFF"/>
        </a:fillRef>
        <a:effectRef idx="0">
          <a:srgbClr val="FFFFFF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lang="zh-CN" altLang="en-US"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</Words>
  <Application>WPS 演示</Application>
  <PresentationFormat/>
  <Paragraphs>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2" baseType="lpstr">
      <vt:lpstr>Arial</vt:lpstr>
      <vt:lpstr>宋体</vt:lpstr>
      <vt:lpstr>Wingdings</vt:lpstr>
      <vt:lpstr>Arial</vt:lpstr>
      <vt:lpstr>汉仪古隶简</vt:lpstr>
      <vt:lpstr>隶书</vt:lpstr>
      <vt:lpstr>微软雅黑</vt:lpstr>
      <vt:lpstr>Arial Unicode MS</vt:lpstr>
      <vt:lpstr>Noto Sans SC</vt:lpstr>
      <vt:lpstr>黑体</vt:lpstr>
      <vt:lpstr>语文课堂通用模板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活着</dc:title>
  <dc:creator/>
  <cp:lastModifiedBy>小D</cp:lastModifiedBy>
  <cp:revision>24</cp:revision>
  <dcterms:created xsi:type="dcterms:W3CDTF">2026-03-17T07:53:00Z</dcterms:created>
  <dcterms:modified xsi:type="dcterms:W3CDTF">2026-06-23T07:28:25Z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4BD67C5BCEB14A5882D199DF1740A171_13</vt:lpwstr>
  </property>
</Properties>
</file>